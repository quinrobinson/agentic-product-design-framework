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60120"/>
            <a:ext cx="5943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× UX
</a:t>
            </a:r>
            <a:pPr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Framework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548640" y="2377440"/>
            <a:ext cx="109728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487168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project template for integrating AI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every phase of product design.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2461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447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 Name]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40280" y="32461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40280" y="3447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Name]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31920" y="32461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931920" y="3447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[Date]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23560" y="32461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23560" y="3447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[Lead Name]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425196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4672" y="42611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498848"/>
            <a:ext cx="1280160" cy="18288"/>
          </a:xfrm>
          <a:prstGeom prst="rect">
            <a:avLst/>
          </a:prstGeom>
          <a:solidFill>
            <a:srgbClr val="22C55E">
              <a:alpha val="3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65960" y="425196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21992" y="42611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965960" y="4498848"/>
            <a:ext cx="1280160" cy="18288"/>
          </a:xfrm>
          <a:prstGeom prst="rect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0" y="425196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39312" y="42611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83280" y="4498848"/>
            <a:ext cx="1280160" cy="18288"/>
          </a:xfrm>
          <a:prstGeom prst="rect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425196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56632" y="42611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4498848"/>
            <a:ext cx="1280160" cy="18288"/>
          </a:xfrm>
          <a:prstGeom prst="rect">
            <a:avLst/>
          </a:prstGeom>
          <a:solidFill>
            <a:srgbClr val="3B82F6">
              <a:alpha val="3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425196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73952" y="42611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4498848"/>
            <a:ext cx="1280160" cy="18288"/>
          </a:xfrm>
          <a:prstGeom prst="rect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35240" y="425196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891272" y="42611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635240" y="4498848"/>
            <a:ext cx="1280160" cy="18288"/>
          </a:xfrm>
          <a:prstGeom prst="rect">
            <a:avLst/>
          </a:prstGeom>
          <a:solidFill>
            <a:srgbClr val="14B8A6">
              <a:alpha val="3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— Duplicate this file for each new project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Inside This Deck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914400" cy="2743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17904"/>
            <a:ext cx="82296" cy="8229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46304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14721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× UX — the case for integrating AI into design practice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066544"/>
            <a:ext cx="82296" cy="8229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1168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202082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6-phase framework — how the design process maps to AI leverage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61518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56032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256946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the Figma template — structure, pages, and conventions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163824"/>
            <a:ext cx="82296" cy="8229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10896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51560" y="31181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up Claude — connecting to the Figma project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12464"/>
            <a:ext cx="82296" cy="82296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65760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36667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walkthroughs — prompts, templates, and outputs per phase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261104"/>
            <a:ext cx="82296" cy="82296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206240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51560" y="42153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— first steps for your team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AI IN DESIGN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Amplifies Design Throughput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914400" cy="274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63040"/>
            <a:ext cx="38862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463040"/>
            <a:ext cx="54864" cy="25603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45920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amplifies throughput.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3611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that took days can be synthesized in minutes. Prototypes that needed a week can ship in hours. Documentation that was always skipped now gets written. AI removes friction from the labor-intensive parts of design.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9160" y="1463040"/>
            <a:ext cx="38862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9160" y="1463040"/>
            <a:ext cx="54864" cy="25603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645920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provide judgment.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92040" y="2148840"/>
            <a:ext cx="3611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Taste, empathy, strategic thinking, stakeholder navigation, ethical consideration — these remain fundamentally human skills. AI generates options. You make decisions. The best designers wield AI as a power tool, not a replacement.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2062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10×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48640" y="4663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research synthesis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83280" y="42062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5×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383280" y="4663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prototype delivery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17920" y="42062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217920" y="4663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actually written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6-Phase Design Framework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914400" cy="2743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2606040" cy="1463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08760"/>
            <a:ext cx="54864" cy="14630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636776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1984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research, competitive analysis, stakeholder interviews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508760"/>
            <a:ext cx="2606040" cy="1463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83280" y="1508760"/>
            <a:ext cx="54864" cy="14630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1636776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20440" y="1984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20440" y="230428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 mapping, problem framing, design brief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508760"/>
            <a:ext cx="2606040" cy="1463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508760"/>
            <a:ext cx="54864" cy="1463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1636776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55080" y="1984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55080" y="230428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generation, wireframes, UI pattern research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200400"/>
            <a:ext cx="54864" cy="14630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328416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85800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85800" y="399592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Prototyping, components, accessibility, UX copy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83280" y="3200400"/>
            <a:ext cx="2606040" cy="1463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3280" y="3200400"/>
            <a:ext cx="54864" cy="1463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20440" y="3328416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520440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20440" y="399592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testing, heuristic evaluation, findings synthesis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17920" y="3200400"/>
            <a:ext cx="2606040" cy="1463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17920" y="3200400"/>
            <a:ext cx="54864" cy="14630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55080" y="3328416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355080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355080" y="399592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specs, developer handoff, design decisions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SET UP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the Figma Template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914400" cy="27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45336"/>
            <a:ext cx="329184" cy="329184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8191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51560" y="1508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the template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7830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the AI × UX Design Framework Figma file and duplicate it for your project. Never work in the original.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386584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42316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" y="23500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&amp; configure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2624328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the cover page with your project name, client, date, and lead. Set up your design tokens to match client branding.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227832"/>
            <a:ext cx="329184" cy="32918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26440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51560" y="319125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by phase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3465576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page (01–06) maps to a design phase. Work through them in order — or jump to the phase you're currently in.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329184" cy="32918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10565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51560" y="403250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AI Toolkit page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51560" y="4306824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 (AI Toolkit) has pre-built prompts for every phase. Copy, customize with [BRACKETS], and paste into Claude.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SETUP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Up Claude with Your Project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91440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618488"/>
            <a:ext cx="36576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508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Project in Claude.ai for your client or engagement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130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2240280"/>
            <a:ext cx="36576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13055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framework skills as project knowledge (.md files)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7523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2862072"/>
            <a:ext cx="36576" cy="5486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75234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Figma MCP integration in Claude settings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374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3483864"/>
            <a:ext cx="36576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37413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any client brief, brand guidelines, or research documents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4105656"/>
            <a:ext cx="36576" cy="5486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99592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phase you're in — copy the prompt from AI Toolkit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52160" y="1463040"/>
            <a:ext cx="2834640" cy="3108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52160" y="1463040"/>
            <a:ext cx="54864" cy="31089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35040" y="16276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TIP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35040" y="1901952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 per client in Claude keeps context clean. Your skills and framework files stay scoped to that engagement — no cross-contamination.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035040" y="31089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FILES TO UPLOAD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035040" y="333756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user-research.md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035040" y="355701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problem-framing.md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35040" y="377647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concept-generation.md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035040" y="399592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prototyping.md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035040" y="42153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usability-testing.md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035040" y="443484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design-delivery.md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914400" cy="274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984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insights faster. Go deeper, not just faster.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ACTIVITIES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075688"/>
            <a:ext cx="73152" cy="7315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0116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&amp; user interviews — synthesize transcripts instantly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78024"/>
            <a:ext cx="73152" cy="7315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414016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analysis — matrix generation from URLs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73152" cy="7315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816352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&amp; analytics review — pattern extraction at scale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73152" cy="7315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3218688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briefs — structured synthesis with recommendations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46520" y="1463040"/>
            <a:ext cx="228600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1463040"/>
            <a:ext cx="54864" cy="13716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1600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LEVERAGE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01968" y="182880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AI handles synthesis. You direct what to find and what matters.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999232"/>
            <a:ext cx="22860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1968" y="30906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OUTPUT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01968" y="32918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Findings Board, Personas, Competitive Matrix, Opportunity List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069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EXAMPLE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270248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""Analyze these interview transcripts and identify the top 5 themes by frequency. For each theme, note supporting quotes and flag contradictions.""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914400" cy="2743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984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the problem before you solve it.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ACTIVITIES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075688"/>
            <a:ext cx="73152" cy="7315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0116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 mapping — structure emotional and functional flows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78024"/>
            <a:ext cx="73152" cy="7315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414016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HMW statements — generate problem frames from research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73152" cy="7315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816352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briefs — structure constraints, scope, and success metrics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73152" cy="7315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3218688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JTBD &amp; user stories — frame needs from research patterns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46520" y="1463040"/>
            <a:ext cx="228600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1463040"/>
            <a:ext cx="54864" cy="1371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1600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LEVERAGE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01968" y="182880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— AI structures your thinking. You bring judgment and context.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999232"/>
            <a:ext cx="22860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1968" y="30906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OUTPUT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01968" y="32918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 Map, Design Brief, HMW Statements, Prioritized Requirements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069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EXAMPLE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270248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""Based on this research synthesis, write 10 How Might We statements. Group by theme and flag the 3 that offer the most design leverage.""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914400" cy="27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984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more options to make better choices.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ACTIVITIES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075688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0116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directions — 5 types from Convention to Moonshot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78024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414016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 scaffolding — frames at 375, 768, 1280px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816352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pattern research — what industry leaders do for this task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3218688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matrices — rate concepts against design criteria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46520" y="1463040"/>
            <a:ext cx="228600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1463040"/>
            <a:ext cx="54864" cy="1371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1600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LEVERAGE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01968" y="182880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AI generates divergent options. You evaluate and converge.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999232"/>
            <a:ext cx="22860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1968" y="30906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OUTPUT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01968" y="32918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Cards, Wireframes, UI Pattern Library, Evaluation Matrix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069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EXAMPLE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270248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""Generate 5 distinct concept directions for [user problem]. Range from the most conventional solution to the most innovative. Include core interaction, strength, and risk for each.""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91440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984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testable artifacts without the bottleneck.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ACTIVITIES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075688"/>
            <a:ext cx="73152" cy="7315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0116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component generation — functional prototypes from specs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78024"/>
            <a:ext cx="73152" cy="7315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414016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copy — headlines, CTAs, error messages, empty states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73152" cy="7315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816352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auditing — WCAG AA review with specific fixes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73152" cy="7315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3218688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documentation — props, states, usage guidelines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46520" y="1463040"/>
            <a:ext cx="228600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1463040"/>
            <a:ext cx="54864" cy="13716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1600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LEVERAGE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01968" y="182880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AI writes the code and copy. You design the experience.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999232"/>
            <a:ext cx="22860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1968" y="30906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OUTPUT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01968" y="32918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Prototype, Component Library, UX Copy Set, Accessibility Report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069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EXAMPLE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270248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""Build a React component for [screen]. Use Tailwind. Include default, loading, error, and empty states. Add realistic sample data.""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914400" cy="274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984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with rigor. Learn faster.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ACTIVITIES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075688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0116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 creation — objectives, tasks, participant criteria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78024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414016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synthesis — findings from notes and transcripts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816352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ranking — issues scored by frequency × impact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3218688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evaluations — 10 Nielsen heuristics reviewed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46520" y="1463040"/>
            <a:ext cx="228600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1463040"/>
            <a:ext cx="54864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1600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LEVERAGE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01968" y="182880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— AI structures findings. You facilitate sessions and judge severity.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999232"/>
            <a:ext cx="22860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1968" y="30906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OUTPUT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01968" y="32918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Plan, Task Completion Matrix, Findings Report, Heuristic Evaluation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069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EXAMPLE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270248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""Synthesize these usability test notes into a findings report. Rank issues by severity × frequency. Include a recommendation for each finding.""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914400" cy="2743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984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with precision. Leave nothing to interpretation.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ACTIVITIES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075688"/>
            <a:ext cx="73152" cy="73152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01168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specifications — props, states, accessibility, edge cases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78024"/>
            <a:ext cx="73152" cy="73152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414016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handoff docs — redlines, tokens, behavior notes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73152" cy="73152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816352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decision records — context, options, rationale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73152" cy="73152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3218688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notes — internal changelog + user-facing copy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46520" y="1463040"/>
            <a:ext cx="228600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1463040"/>
            <a:ext cx="54864" cy="137160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1600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LEVERAGE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01968" y="182880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AI writes the documentation. You ensure accuracy.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999232"/>
            <a:ext cx="22860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1968" y="30906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OUTPUT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01968" y="32918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Specs, Handoff Docs, Decision Records, Release Notes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069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EXAMPLE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270248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""Write a complete component spec for [component]. Include props table, all states, responsive behavior, accessibility requirements, and do/don't examples.""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AI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AI Leverage Levels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914400" cy="274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2606040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08760"/>
            <a:ext cx="54864" cy="30175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69164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13232" y="21031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handles the heavy lifting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3232" y="246888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synthesis, code generation, documentation, copy writing. You review, refine, and direct. AI does 80% of the work.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13232" y="3840480"/>
            <a:ext cx="2276856" cy="18288"/>
          </a:xfrm>
          <a:prstGeom prst="rect">
            <a:avLst/>
          </a:prstGeom>
          <a:solidFill>
            <a:srgbClr val="22C55E">
              <a:alpha val="4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9319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(synthesis) · Prototype (code) · Deliver (docs)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83280" y="1508760"/>
            <a:ext cx="2606040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1508760"/>
            <a:ext cx="54864" cy="3017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47872" y="169164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47872" y="21031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 with structure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47872" y="246888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creates frameworks and drafts. You bring context, judgment, and strategic thinking. Collaboration at its best.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547872" y="3840480"/>
            <a:ext cx="2276856" cy="18288"/>
          </a:xfrm>
          <a:prstGeom prst="rect">
            <a:avLst/>
          </a:prstGeom>
          <a:solidFill>
            <a:srgbClr val="F59E0B">
              <a:alpha val="4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47872" y="39319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(briefs) · Validate (synthesis) · Ideation (evaluation)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1508760"/>
            <a:ext cx="2606040" cy="30175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1508760"/>
            <a:ext cx="54864" cy="30175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2512" y="169164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382512" y="21031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Fundamentally human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82512" y="246888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Empathy, taste, stakeholder navigation, ethical consideration. AI can support but not replace. These skills are your competitive edge.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82512" y="3840480"/>
            <a:ext cx="2276856" cy="18288"/>
          </a:xfrm>
          <a:prstGeom prst="rect">
            <a:avLst/>
          </a:prstGeom>
          <a:solidFill>
            <a:srgbClr val="EF4444">
              <a:alpha val="4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82512" y="39319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relationships · Design strategy · Creative judgment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USAGE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Most from AI Prompts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914400" cy="2743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402336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08760"/>
            <a:ext cx="54864" cy="13716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6459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[BRACKETS] with specifics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2860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prompt has placeholders. The more specific you are, the better Claude's output. 'E-commerce checkout for mobile' beats 'a form'.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846320" y="1508760"/>
            <a:ext cx="402336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508760"/>
            <a:ext cx="54864" cy="1371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6459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834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context about your project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83480" y="22860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design brief, research summary, or client constraints before asking. Claude uses everything in the Project context.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063240"/>
            <a:ext cx="402336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063240"/>
            <a:ext cx="54864" cy="13716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004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templates as scaffolding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show essential fields. Expand them for your project's needs — they're starting points, not rigid forms.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846320" y="3063240"/>
            <a:ext cx="402336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3063240"/>
            <a:ext cx="54864" cy="1371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32004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8348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and refine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83480" y="38404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output is rarely final. Ask Claude to 'make the problem statement sharper' or 'add 3 more edge cases'. Dialogue beats single prompts.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It Yours — Design Tokens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914400" cy="2743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token system lets you adapt the framework's visual identity to any client brand in minutes — not hours.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359152"/>
            <a:ext cx="82296" cy="8229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286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colors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48840" y="229514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Primary, secondary, accent — updates everywhere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889504"/>
            <a:ext cx="82296" cy="8229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8163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48840" y="282549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 + body font pairing from 8 combinations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19856"/>
            <a:ext cx="82296" cy="8229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33467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Spacing &amp; radius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48840" y="335584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component density and visual feel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95020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3877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Preset themes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48840" y="38862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pre-built brand presets to start from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0" y="1463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COLOR SYSTEM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669280" y="1783080"/>
            <a:ext cx="914400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0" y="23774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66560" y="1783080"/>
            <a:ext cx="914400" cy="548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23774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863840" y="1783080"/>
            <a:ext cx="914400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0" y="23774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914400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0" y="33375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766560" y="2743200"/>
            <a:ext cx="914400" cy="5486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33375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863840" y="2743200"/>
            <a:ext cx="914400" cy="5486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0" y="33375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ADOPTION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Integrating the Framework Into Your Workflow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914400" cy="274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54864" cy="42062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50876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kickoff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7647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the Figma template. Create a Claude Project. Upload skills + brief.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167128"/>
            <a:ext cx="54864" cy="42062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16712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4231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phase page in Figma. Pull the relevant prompt from AI Toolkit. Run in Claude.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825496"/>
            <a:ext cx="54864" cy="42062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82549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081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Figma frames. Document decisions in the DDR template. Keep a changelog.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83864"/>
            <a:ext cx="54864" cy="42062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48386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specs with Claude. Use design delivery skill. QA against checklist.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142232"/>
            <a:ext cx="54864" cy="42062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1422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39826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what prompts worked. Add to your AI Toolkit. Iterate the system.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1463040"/>
            <a:ext cx="2468880" cy="3108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54864" cy="31089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16276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0" y="1901952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grows with your practice.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0" y="246888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prompts that work. Remove what doesn't. Share what you learn with the team. This is a living framework, not a one-time setup.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ITEMS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30 Minutes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914400" cy="27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63624"/>
            <a:ext cx="201168" cy="201168"/>
          </a:xfrm>
          <a:prstGeom prst="rect">
            <a:avLst/>
          </a:prstGeom>
          <a:solidFill>
            <a:srgbClr val="334155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27048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the AI × UX Design Framework Figma file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221992"/>
            <a:ext cx="201168" cy="201168"/>
          </a:xfrm>
          <a:prstGeom prst="rect">
            <a:avLst/>
          </a:prstGeom>
          <a:solidFill>
            <a:srgbClr val="334155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185416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Claude Project for your current engagement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201168" cy="201168"/>
          </a:xfrm>
          <a:prstGeom prst="rect">
            <a:avLst/>
          </a:prstGeom>
          <a:solidFill>
            <a:srgbClr val="334155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843784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6 skill .md files to project knowledge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38728"/>
            <a:ext cx="201168" cy="201168"/>
          </a:xfrm>
          <a:prstGeom prst="rect">
            <a:avLst/>
          </a:prstGeom>
          <a:solidFill>
            <a:srgbClr val="334155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502152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Figma MCP to Claude (Settings → Integrations)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937760" y="1563624"/>
            <a:ext cx="201168" cy="201168"/>
          </a:xfrm>
          <a:prstGeom prst="rect">
            <a:avLst/>
          </a:prstGeom>
          <a:solidFill>
            <a:srgbClr val="334155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57800" y="1527048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Customize design tokens on the Design System page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937760" y="2221992"/>
            <a:ext cx="201168" cy="201168"/>
          </a:xfrm>
          <a:prstGeom prst="rect">
            <a:avLst/>
          </a:prstGeom>
          <a:solidFill>
            <a:srgbClr val="334155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57800" y="2185416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AI Toolkit page — read the first 3 prompts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937760" y="2880360"/>
            <a:ext cx="201168" cy="201168"/>
          </a:xfrm>
          <a:prstGeom prst="rect">
            <a:avLst/>
          </a:prstGeom>
          <a:solidFill>
            <a:srgbClr val="334155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57800" y="2843784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one prompt in Claude using your actual project brief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937760" y="3538728"/>
            <a:ext cx="201168" cy="201168"/>
          </a:xfrm>
          <a:prstGeom prst="rect">
            <a:avLst/>
          </a:prstGeom>
          <a:solidFill>
            <a:srgbClr val="334155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57800" y="3502152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Figma access with your team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
</a:t>
            </a:r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products.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548640" y="2560320"/>
            <a:ext cx="1097280" cy="2743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69748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× UX Design Framework is yours to use, adapt, and build on.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Reach out to the team lead.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TEMPLATE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× UX Design Framework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83280" y="34290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383280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claude.ai/new → New Project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34290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FOLDER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217920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→ /skills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434340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" y="43525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590288"/>
            <a:ext cx="1280160" cy="18288"/>
          </a:xfrm>
          <a:prstGeom prst="rect">
            <a:avLst/>
          </a:prstGeom>
          <a:solidFill>
            <a:srgbClr val="22C55E">
              <a:alpha val="30000"/>
            </a:srgbClr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65960" y="434340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21992" y="43525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65960" y="4590288"/>
            <a:ext cx="1280160" cy="18288"/>
          </a:xfrm>
          <a:prstGeom prst="rect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0" y="434340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39312" y="43525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83280" y="4590288"/>
            <a:ext cx="1280160" cy="18288"/>
          </a:xfrm>
          <a:prstGeom prst="rect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434340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56632" y="43525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00600" y="4590288"/>
            <a:ext cx="1280160" cy="18288"/>
          </a:xfrm>
          <a:prstGeom prst="rect">
            <a:avLst/>
          </a:prstGeom>
          <a:solidFill>
            <a:srgbClr val="3B82F6">
              <a:alpha val="3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0" y="434340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73952" y="43525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4590288"/>
            <a:ext cx="1280160" cy="18288"/>
          </a:xfrm>
          <a:prstGeom prst="rect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35240" y="434340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891272" y="43525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635240" y="4590288"/>
            <a:ext cx="1280160" cy="18288"/>
          </a:xfrm>
          <a:prstGeom prst="rect">
            <a:avLst/>
          </a:prstGeom>
          <a:solidFill>
            <a:srgbClr val="14B8A6">
              <a:alpha val="30000"/>
            </a:srgbClr>
          </a:solidFill>
          <a:ln w="12700">
            <a:solidFill>
              <a:srgbClr val="14B8A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× UX Design Framework — Team Onboarding</dc:title>
  <dc:subject>PptxGenJS Presentation</dc:subject>
  <dc:creator>AI × UX Design Framework</dc:creator>
  <cp:lastModifiedBy>AI × UX Design Framework</cp:lastModifiedBy>
  <cp:revision>1</cp:revision>
  <dcterms:created xsi:type="dcterms:W3CDTF">2026-03-28T12:49:39Z</dcterms:created>
  <dcterms:modified xsi:type="dcterms:W3CDTF">2026-03-28T12:49:39Z</dcterms:modified>
</cp:coreProperties>
</file>